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C2410C"/>
              </a:gs>
              <a:gs pos="100000">
                <a:srgbClr val="E16E2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-2377440"/>
            <a:ext cx="6583680" cy="6583680"/>
          </a:xfrm>
          <a:prstGeom prst="ellipse">
            <a:avLst/>
          </a:prstGeom>
          <a:solidFill>
            <a:srgbClr val="FB923C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37215" y="3154680"/>
            <a:ext cx="1005840" cy="82296"/>
          </a:xfrm>
          <a:prstGeom prst="rect">
            <a:avLst/>
          </a:prstGeom>
          <a:solidFill>
            <a:srgbClr val="F3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50415" y="3337560"/>
            <a:ext cx="969264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08000"/>
              </a:lnSpc>
              <a:spcAft>
                <a:spcPts val="800"/>
              </a:spcAft>
            </a:pPr>
            <a:r>
              <a:rPr sz="46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2000" b="0" i="0">
                <a:solidFill>
                  <a:srgbClr val="F3D9CE"/>
                </a:solidFill>
                <a:latin typeface="B Nazanin"/>
                <a:ea typeface="B Nazanin"/>
                <a:cs typeface="B Nazanin"/>
              </a:rPr>
              <a:t>درس اول جغرافیا دهم تجربی | ارائه: امیرمحمد چیره | دبیر: استاد رضا نجفی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فهرست مطالب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57255" y="1554480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1554480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فهرست مراحل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4447" y="2249424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7255" y="2267712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2267712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۱: جغرافیا چیست؟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962656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57255" y="2980944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2980944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۲: اراتوستن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3675888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7255" y="3694176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694176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۳: چرا برای زندگی بهتر؟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447" y="4389120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57255" y="4407408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407408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۴: سه شاخه اصلی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5102352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57255" y="5120640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5120640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۵: جغرافیای طبیعی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4447" y="5815584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1447" y="1554480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39" y="1554480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۶: جغرافیای انسانی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39" y="2249424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1447" y="2267712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" y="2267712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۷: فنون جغرافیایی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39" y="2962656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81447" y="2980944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" y="2980944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۸: مفهوم اول، مکان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39" y="3675888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81447" y="3694176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۱۰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39" y="3694176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۹: روابط انسان و محیط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39" y="4389120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1447" y="4407408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۱۱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39" y="4407408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۱۰: مثبت و منفی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39" y="5102352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1447" y="5120640"/>
            <a:ext cx="6858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۱۲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39" y="5120640"/>
            <a:ext cx="4587087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مرحله ۱۱: مراحل پژوهش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39" y="5815584"/>
            <a:ext cx="5318607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فهرست مراحل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180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۱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جغرافیا چیست؟ تعریف دقیق کتاب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۲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اراتوستن، پدر جغرافیا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۳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چرا علمی برای زندگی بهتر؟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۴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سه شاخه اصلی جغرافیا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۵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شاخه‌های طبیعی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۶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شاخه‌های انسانی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۷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فنون جغرافیایی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۸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مفهوم مکان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۹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روابط انسان و محیط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۱۰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عملکرد مثبت و منفی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۱۱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مراحل پژوهش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۱۲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سوالات امتحانی</a:t>
            </a:r>
          </a:p>
          <a:p>
            <a:pPr algn="r" rtl="1" marL="329184" indent="-292608">
              <a:lnSpc>
                <a:spcPct val="112000"/>
              </a:lnSpc>
              <a:spcAft>
                <a:spcPts val="500"/>
              </a:spcAft>
              <a:buClr>
                <a:srgbClr val="fb923c"/>
              </a:buClr>
              <a:buSzPct val="100000"/>
              <a:buFont typeface="B Nazanin"/>
              <a:buChar char="۱۳."/>
            </a:pPr>
            <a:r>
              <a:rPr sz="14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جمع‌بندی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۱: جغرافیا چیست؟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1289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تعریف دقیق کتاب را خط به خط حفظ کن. - جغرافیا علم بررسی روابط متقابل انسان و محیط طبیعی برای بهبود زندگی بشر است - جغرافیا یکی از قدیمی‌ترین دانش‌های بشری است - علوم طبیعی را به علوم انسانی پیوند می‌دهد - توان‌ها و ظرفیت‌های محیطی را مطالعه می‌کند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35224"/>
            <a:ext cx="11094415" cy="899160"/>
          </a:xfrm>
          <a:prstGeom prst="roundRect">
            <a:avLst>
              <a:gd name="adj" fmla="val 18305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072384"/>
            <a:ext cx="10454335" cy="624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F3D9CE"/>
                </a:solidFill>
                <a:latin typeface="B Nazanin"/>
                <a:ea typeface="B Nazanin"/>
                <a:cs typeface="B Nazanin"/>
              </a:rPr>
              <a:t>تعریف طلایی کتاب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روابط متقابل انسان و محیط برای زندگی بهتر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۲: اراتوستن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1289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پدر علم جغرافیا و سازنده واژه آن. - اولین بار واژه جغرافیا را اراتوستن دانشمند یونانی مطرح کرد - ژئو یعنی زمین، گرافی یعنی ترسیم و توصیف - محیط زمین را با تفاوت زاویه تابش محاسبه کرد - در نقشه جهان خود نام ایران را آریانا آورد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35224"/>
            <a:ext cx="11094415" cy="1920239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18103"/>
            <a:ext cx="10362895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F3D9CE"/>
                </a:solidFill>
                <a:latin typeface="B Nazanin"/>
                <a:ea typeface="B Nazanin"/>
                <a:cs typeface="B Nazanin"/>
              </a:rPr>
              <a:t>اراتوستن</a:t>
            </a:r>
          </a:p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پدر جغرافیا</a:t>
            </a:r>
            <a:r>
              <a:rPr sz="1800" b="0" i="0">
                <a:solidFill>
                  <a:srgbClr val="F3D9CE"/>
                </a:solidFill>
                <a:latin typeface="B Nazanin"/>
                <a:ea typeface="B Nazanin"/>
                <a:cs typeface="B Nazanin"/>
              </a:rPr>
              <a:t>  یونان باستان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25112"/>
            <a:ext cx="10362895" cy="10972"/>
          </a:xfrm>
          <a:prstGeom prst="rect">
            <a:avLst/>
          </a:prstGeom>
          <a:solidFill>
            <a:srgbClr val="F3D9C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5847" y="4398264"/>
            <a:ext cx="5090007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F3D9CE"/>
                </a:solidFill>
                <a:latin typeface="B Nazanin"/>
                <a:ea typeface="B Nazanin"/>
                <a:cs typeface="B Nazanin"/>
              </a:rPr>
              <a:t>ژئو  </a:t>
            </a:r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زمین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98264"/>
            <a:ext cx="5090007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F3D9CE"/>
                </a:solidFill>
                <a:latin typeface="B Nazanin"/>
                <a:ea typeface="B Nazanin"/>
                <a:cs typeface="B Nazanin"/>
              </a:rPr>
              <a:t>گرافی  </a:t>
            </a:r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ترسیم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۳: چرا برای زندگی بهتر؟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1289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بدون جغرافیا شناخت توان محیط ممکن نیست. - اطلاعات آب‌وهوا، رودها، کوه‌ها و آداب‌ورسوم را زیاد می‌کند - انسان بهترین محل را برای زندگی انتخاب می‌کند - ضمن بهره‌برداری از منابع، کیفیت زندگی بالا می‌رود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۴: سه شاخه اصلی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527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کل نقشه راه جغرافیا همین سه شاخه است. 1. جغرافیای طبیعی 2. جغرافیای انسانی 3. فنون جغرافیایی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7796" y="2173224"/>
            <a:ext cx="3515258" cy="1371600"/>
          </a:xfrm>
          <a:prstGeom prst="roundRect">
            <a:avLst>
              <a:gd name="adj" fmla="val 12000"/>
            </a:avLst>
          </a:prstGeom>
          <a:solidFill>
            <a:srgbClr val="4E271E"/>
          </a:solidFill>
          <a:ln w="9525">
            <a:solidFill>
              <a:srgbClr val="5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10676" y="2264664"/>
            <a:ext cx="3149498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طبیعی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کوه و آب و خاک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2173224"/>
            <a:ext cx="3515258" cy="1371600"/>
          </a:xfrm>
          <a:prstGeom prst="roundRect">
            <a:avLst>
              <a:gd name="adj" fmla="val 12000"/>
            </a:avLst>
          </a:prstGeom>
          <a:solidFill>
            <a:srgbClr val="4E271E"/>
          </a:solidFill>
          <a:ln w="9525">
            <a:solidFill>
              <a:srgbClr val="5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1098" y="2264664"/>
            <a:ext cx="3149498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انسانی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شهر و جمعیت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39" y="2173224"/>
            <a:ext cx="3515258" cy="1371600"/>
          </a:xfrm>
          <a:prstGeom prst="roundRect">
            <a:avLst>
              <a:gd name="adj" fmla="val 12000"/>
            </a:avLst>
          </a:prstGeom>
          <a:solidFill>
            <a:srgbClr val="4E271E"/>
          </a:solidFill>
          <a:ln w="9525">
            <a:solidFill>
              <a:srgbClr val="5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264664"/>
            <a:ext cx="3149498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r" rtl="1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FB923C"/>
                </a:solidFill>
                <a:latin typeface="B Nazanin"/>
                <a:ea typeface="B Nazanin"/>
                <a:cs typeface="B Nazanin"/>
              </a:rPr>
              <a:t>فنون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نقشه و ماهواره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۵: جغرافیای طبیعی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1289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طبیعت را قطعه‌قطعه مطالعه می‌کند. - ژئومورفولوژی: مطالعه ناهمواری‌ها - آب‌وهواشناسی: مطالعه اقلیم و هوا - جغرافیای آب‌ها: رودها و دریاها - جغرافیای زیستی: گیاهان و جانوران - جغرافیای خاک‌ها: انواع خاک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۶: جغرافیای انسانی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908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انسان و کارهای او را مطالعه می‌کند. - جغرافیای روستایی و شهری - جغرافیای جمعیت و اقتصادی - جغرافیای سیاسی و تاریخی - مثال: چرا شهرها کنار رود ساخته شدند؟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۷: فنون جغرافیایی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908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سلاح مخفی جغرافی‌دان مدرن. - نقشه‌کشی و کارتوگرافی - روش‌های کمی و آمار - سنجش از دور و عکس ماهواره‌ای - سیستم اطلاعات جغرافیایی 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۱۰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۸: مفهوم اول، مکان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1289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اولین مفهوم اساسی دانش جغرافیا. - مکان جایی است که پدیده‌ها در آن رخ می‌دهند مثل خانه، مدرسه و شهر - هر مکان ویژگی طبیعی و انسانی خودش را دارد - جغرافی‌دان می‌پرسد چرا این پدیده اینجاست؟ - پدیده‌ها بر هم اثر می‌گذارند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۱۱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۹: روابط انسان و محیط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908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مهم‌ترین مفهوم کتاب و قلب درس اول. - انسان و محیط دو عامل مهم جغرافیا هستند - محیط طبیعی مجموعه‌ای متعادل است - با ورود انسان زمینه تغییر فراهم می‌شود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54224"/>
            <a:ext cx="11094415" cy="137160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37104"/>
            <a:ext cx="10362895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F3D9CE"/>
                </a:solidFill>
                <a:latin typeface="B Nazanin"/>
                <a:ea typeface="B Nazanin"/>
                <a:cs typeface="B Nazanin"/>
              </a:rPr>
              <a:t>فرمول کتاب</a:t>
            </a:r>
          </a:p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محیط طبیعی + انسان</a:t>
            </a:r>
            <a:r>
              <a:rPr sz="1800" b="0" i="0">
                <a:solidFill>
                  <a:srgbClr val="F3D9CE"/>
                </a:solidFill>
                <a:latin typeface="B Nazanin"/>
                <a:ea typeface="B Nazanin"/>
                <a:cs typeface="B Nazanin"/>
              </a:rPr>
              <a:t>  محیط جغرافیایی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۱۲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۱۰: مثبت و منفی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1289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کتاب برای جنگل خزر و کوهستان مثال زده. - مثبت در جنگل: حفظ جنگل و گردشگری منطقی - منفی در جنگل: قطع درخت برای ویلا - مثبت در کوهستان: جلوگیری از فرسایش و برق آبی - منفی در کوهستان: چرای بی‌رویه دام - منفی در ساحل: زباله و آلودگی نفتی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۱۳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۱۱: مراحل پژوهش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908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قدم‌به‌قدم و به ترتیب حفظ کن. 1. طرح سوال و بیان مسئله 2. تدوین فرضیه 3. جمع‌آوری اطلاعات 4. پردازش اطلاعات 5. نتیجه‌گیری و ارائه پیشنهاد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۱۴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مرحله ۱۲: سوالات امتحانی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1289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عین سوالات متن کتاب، حتما بلد باش. - جغرافیا چیست؟ روابط متقابل انسان و محیط برای بهبود زندگی - واژه را چه کسی مطرح کرد؟ اراتوستن یونانی - سه شاخه کدام‌اند؟ طبیعی، انسانی، فنون - دو مفهوم اساسی چیست؟ مکان و روابط انسان با محیط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۱۵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جمع‌بندی نهایی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1289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پیروزی در درس اول در پنج خط طلایی. - جغرافیا علم روابط متقابل انسان و محیط است - اراتوستن واژه جغرافیا را ساخت - سه شاخه طبیعی، انسانی و فنون ابزار ما هستند - شناخت توان محیط بدون جغرافیا ممکن نیست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79047" y="2935224"/>
            <a:ext cx="64008" cy="43434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843784"/>
            <a:ext cx="10820095" cy="7086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 i="1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 علمی برای زندگی بهتر است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۱۶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1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پایان ارائه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28655" y="137160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908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8D4CD"/>
                </a:solidFill>
                <a:latin typeface="B Nazanin"/>
                <a:ea typeface="B Nazanin"/>
                <a:cs typeface="B Nazanin"/>
              </a:rPr>
              <a:t>ارائه‌دهنده: امیرمحمد چیره | دهم تجربی دبیر گرامی: استاد رضا نجفی ممنون که گوش دادید، آماده پاسخ به سوالات شما هستم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5E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7855" y="63825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 rtl="1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A58880"/>
                </a:solidFill>
                <a:latin typeface="B Nazanin"/>
                <a:ea typeface="B Nazanin"/>
                <a:cs typeface="B Nazanin"/>
              </a:rPr>
              <a:t>۱۷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C2410C"/>
              </a:gs>
              <a:gs pos="100000">
                <a:srgbClr val="E16E2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-2377440"/>
            <a:ext cx="6583680" cy="6583680"/>
          </a:xfrm>
          <a:prstGeom prst="ellipse">
            <a:avLst/>
          </a:prstGeom>
          <a:solidFill>
            <a:srgbClr val="FB923C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 rtl="1">
              <a:lnSpc>
                <a:spcPct val="112000"/>
              </a:lnSpc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سپاس از توجه شما | امیرمحمد چیره</a:t>
            </a:r>
          </a:p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F3D9CE"/>
                </a:solidFill>
                <a:latin typeface="B Nazanin"/>
                <a:ea typeface="B Nazanin"/>
                <a:cs typeface="B Nazanin"/>
              </a:rPr>
              <a:t>جغرافیا، علمی برای زندگی بهتر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